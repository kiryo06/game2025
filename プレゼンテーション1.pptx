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0" r:id="rId2"/>
    <p:sldId id="256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2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70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0368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2562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430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1057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2509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2814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7494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5530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8049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8911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0878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4438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14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1379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348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0191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F305778-E222-4C85-8E95-A8CE1D926E6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CB8B3E-63A1-441E-8AC1-5627B16923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8504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99351A2-12EB-4D59-80C7-928512A6C618}"/>
              </a:ext>
            </a:extLst>
          </p:cNvPr>
          <p:cNvSpPr txBox="1"/>
          <p:nvPr/>
        </p:nvSpPr>
        <p:spPr>
          <a:xfrm>
            <a:off x="3733800" y="1118632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b="1" dirty="0"/>
              <a:t>タイトル名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A119E13-D330-410B-A025-C915DCCB6997}"/>
              </a:ext>
            </a:extLst>
          </p:cNvPr>
          <p:cNvSpPr txBox="1"/>
          <p:nvPr/>
        </p:nvSpPr>
        <p:spPr>
          <a:xfrm>
            <a:off x="570347" y="3685166"/>
            <a:ext cx="45766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/>
              <a:t>ジャンル　：　３</a:t>
            </a:r>
            <a:r>
              <a:rPr kumimoji="1" lang="en-US" altLang="ja-JP" sz="3200" dirty="0"/>
              <a:t>D</a:t>
            </a:r>
            <a:r>
              <a:rPr kumimoji="1" lang="ja-JP" altLang="en-US" sz="3200" dirty="0"/>
              <a:t>アクション</a:t>
            </a:r>
            <a:br>
              <a:rPr kumimoji="1" lang="en-US" altLang="ja-JP" sz="3200" dirty="0"/>
            </a:br>
            <a:br>
              <a:rPr kumimoji="1" lang="en-US" altLang="ja-JP" sz="3200" dirty="0"/>
            </a:br>
            <a:r>
              <a:rPr kumimoji="1" lang="ja-JP" altLang="en-US" sz="3200" dirty="0"/>
              <a:t>開発エンジン　：　</a:t>
            </a:r>
            <a:r>
              <a:rPr kumimoji="1" lang="en-US" altLang="ja-JP" sz="3200" dirty="0"/>
              <a:t>Unity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BF980E4-9CB8-43BE-91FB-945E58B46688}"/>
              </a:ext>
            </a:extLst>
          </p:cNvPr>
          <p:cNvSpPr txBox="1"/>
          <p:nvPr/>
        </p:nvSpPr>
        <p:spPr>
          <a:xfrm>
            <a:off x="6480460" y="3685166"/>
            <a:ext cx="51411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/>
              <a:t>プラットフォーム　：　</a:t>
            </a:r>
            <a:r>
              <a:rPr kumimoji="1" lang="en-US" altLang="ja-JP" sz="3200" dirty="0"/>
              <a:t>Windows</a:t>
            </a:r>
          </a:p>
          <a:p>
            <a:pPr algn="ctr"/>
            <a:endParaRPr kumimoji="1" lang="en-US" altLang="ja-JP" sz="3200" dirty="0"/>
          </a:p>
          <a:p>
            <a:pPr algn="ctr"/>
            <a:r>
              <a:rPr kumimoji="1" lang="ja-JP" altLang="en-US" sz="3200" dirty="0"/>
              <a:t>操作方法　：　コントローラー</a:t>
            </a:r>
          </a:p>
        </p:txBody>
      </p:sp>
    </p:spTree>
    <p:extLst>
      <p:ext uri="{BB962C8B-B14F-4D97-AF65-F5344CB8AC3E}">
        <p14:creationId xmlns:p14="http://schemas.microsoft.com/office/powerpoint/2010/main" val="2517944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43AA3EF-5D70-4E8F-9219-F6EF470D8EFA}"/>
              </a:ext>
            </a:extLst>
          </p:cNvPr>
          <p:cNvSpPr txBox="1"/>
          <p:nvPr/>
        </p:nvSpPr>
        <p:spPr>
          <a:xfrm>
            <a:off x="4475884" y="1163783"/>
            <a:ext cx="32402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b="1" dirty="0"/>
              <a:t>タイトル名</a:t>
            </a:r>
          </a:p>
        </p:txBody>
      </p:sp>
    </p:spTree>
    <p:extLst>
      <p:ext uri="{BB962C8B-B14F-4D97-AF65-F5344CB8AC3E}">
        <p14:creationId xmlns:p14="http://schemas.microsoft.com/office/powerpoint/2010/main" val="4178234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9CF269B-054B-42BF-BC29-B3D66BB2C182}"/>
              </a:ext>
            </a:extLst>
          </p:cNvPr>
          <p:cNvSpPr txBox="1"/>
          <p:nvPr/>
        </p:nvSpPr>
        <p:spPr>
          <a:xfrm>
            <a:off x="876300" y="647700"/>
            <a:ext cx="664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コンセプト</a:t>
            </a:r>
          </a:p>
        </p:txBody>
      </p:sp>
    </p:spTree>
    <p:extLst>
      <p:ext uri="{BB962C8B-B14F-4D97-AF65-F5344CB8AC3E}">
        <p14:creationId xmlns:p14="http://schemas.microsoft.com/office/powerpoint/2010/main" val="357713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1B948EA-7FE8-4793-A0E5-649D32D23242}"/>
              </a:ext>
            </a:extLst>
          </p:cNvPr>
          <p:cNvSpPr txBox="1"/>
          <p:nvPr/>
        </p:nvSpPr>
        <p:spPr>
          <a:xfrm>
            <a:off x="584200" y="533400"/>
            <a:ext cx="504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タイトル画面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F7B4157-C097-4E12-AF88-1CF846156C81}"/>
              </a:ext>
            </a:extLst>
          </p:cNvPr>
          <p:cNvSpPr txBox="1"/>
          <p:nvPr/>
        </p:nvSpPr>
        <p:spPr>
          <a:xfrm>
            <a:off x="1193800" y="1384300"/>
            <a:ext cx="326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理想</a:t>
            </a:r>
          </a:p>
        </p:txBody>
      </p:sp>
    </p:spTree>
    <p:extLst>
      <p:ext uri="{BB962C8B-B14F-4D97-AF65-F5344CB8AC3E}">
        <p14:creationId xmlns:p14="http://schemas.microsoft.com/office/powerpoint/2010/main" val="4032219349"/>
      </p:ext>
    </p:extLst>
  </p:cSld>
  <p:clrMapOvr>
    <a:masterClrMapping/>
  </p:clrMapOvr>
</p:sld>
</file>

<file path=ppt/theme/theme1.xml><?xml version="1.0" encoding="utf-8"?>
<a:theme xmlns:a="http://schemas.openxmlformats.org/drawingml/2006/main" name="しずく">
  <a:themeElements>
    <a:clrScheme name="しず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しずく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しず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924</TotalTime>
  <Words>24</Words>
  <Application>Microsoft Office PowerPoint</Application>
  <PresentationFormat>ワイド画面</PresentationFormat>
  <Paragraphs>9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Arial</vt:lpstr>
      <vt:lpstr>Tw Cen MT</vt:lpstr>
      <vt:lpstr>しずく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みん くる</dc:creator>
  <cp:lastModifiedBy>みん くる</cp:lastModifiedBy>
  <cp:revision>15</cp:revision>
  <dcterms:created xsi:type="dcterms:W3CDTF">2025-10-28T01:15:42Z</dcterms:created>
  <dcterms:modified xsi:type="dcterms:W3CDTF">2025-11-04T07:55:12Z</dcterms:modified>
</cp:coreProperties>
</file>