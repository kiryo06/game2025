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74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5585B3-B24C-4448-869B-E4EDAEB9A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30BE476-7F30-456B-BE1E-23F1A4EAA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61686AD-A9D6-48EB-9FB7-522A842E8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B353CF-1A80-4ACE-836A-ECE3631E3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5FE87-3B59-415D-91CD-48357ED8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9266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9C64FC-08AD-40C2-A599-9956EED47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D27B08-EB90-42BF-B553-1CF1EE0B1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C62E75-7803-4EC3-982A-E40B197D4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C53525-525C-4A53-9C8B-A6AA8FD1D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BE2BE1-B29B-4283-BAF6-F96B3BEC7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0960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9A2EA4-FCE1-4D21-9B9D-1C20D5667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48B0C3-53AA-4508-82C2-33E7BA3EF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76BF17-99EB-4F08-8F40-72C61D12B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413000-3329-43AE-AD2F-9B347BA09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9AD8D9-ADFD-487E-BC32-4F72CFA1C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1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5B25DE-1ECE-4666-8380-FDC368EBC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5D2C8C9-B393-4BBA-8FF6-7D537ED0FC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31D4DDB-CE11-42CA-A401-3961B5727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08B970B-B47E-4B0B-BB46-6C3D5B065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0FC175-BA54-404B-9E1C-BD32DC7F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51ADC7B-2C55-4948-95BA-BE1C03705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7516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E3F653-E6ED-4B14-9E98-25D086EB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46B49A-6B27-47BF-9A27-D60032D99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EF249FE-D760-4706-87BC-D196256763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4AB6CC9-654D-46FF-BB12-63F0A06D56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D7DB6A7-F4FB-4117-BB95-BE168E8426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2C3C2C7-2219-4BA2-BB43-9FF6FB0E2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F2AA706-B886-4851-972D-D21B0C878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EF43C4D-5E09-4535-BFB0-B15FC05D3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7524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545CE4-0E1F-460E-82DE-DEF8050D0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9691A55-ED78-4BD7-BB97-31E763C98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6E0151B-8468-4662-BAE0-02E2886D2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46111D-EDC8-4A9F-93CD-9F0271DF1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7112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EA7CFEE-200C-4238-91C0-275AD8A6C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067423B-4B6E-4792-B867-CD4F482C5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9E63E8-388C-4CF3-8426-A48435F4E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0952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54EF35-BAA4-4939-A07B-4B71D7BA4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FB3C25-1506-44F4-BC36-4148D7E26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FDD74B-4DF8-4283-83A4-82C8DD84A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418D43-42AE-489B-ADAB-E1A59D72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4B7D0AA-1054-4296-9F3E-890414E75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E36059E-9AC3-4BE1-A47B-B536FE20C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92634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A5E258-3332-4C9B-ADA1-679268126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8A4E8E9-7994-417F-94E6-E35BB82E66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91C35BD-3B5A-4BEA-8F1B-49B026C5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90092F-C3F8-4A1D-9BC7-47D4A6A2E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D92E516-5DE9-4CE4-B9D0-F7AB142A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569128B-D9BB-431C-9532-4E5641556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2292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EB1F59-1B0B-4207-B0C8-A9EE3137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1D55656-168A-4F1E-92B8-DE4EF4FB6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801A665-C851-49B5-9079-F650AB9DA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2112A2-6CC3-4C49-AC07-CFC563DD2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2062C0-46E3-4AC4-A729-A2595E6ABB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61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78A89BC-1F57-4B06-B880-9F11FC2B25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14754B-7B79-47C9-B0C9-C0E9B4AE8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9BC3EA-B815-4F39-903E-E779BE081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CED52C-36A7-4D14-B9E9-3D7B5D6DB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A5ED81-28E9-42DF-8396-8A738A7A1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7752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6FEA066-F456-4AE2-8C18-50C5CA165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FABB68-2B95-40C9-A2C1-4EA0852F1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048098-1272-4A58-96B5-958AE6DB63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305778-E222-4C85-8E95-A8CE1D926E62}" type="datetimeFigureOut">
              <a:rPr kumimoji="1" lang="ja-JP" altLang="en-US" smtClean="0"/>
              <a:t>2025/10/29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6EF95C-9C49-438E-B52A-B86279FD4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A9CA5E-D1FF-4577-8B6D-FD7EE70AB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7066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AE7F0B7-2900-4767-AE46-FBBEB9DA71C3}"/>
              </a:ext>
            </a:extLst>
          </p:cNvPr>
          <p:cNvSpPr txBox="1"/>
          <p:nvPr/>
        </p:nvSpPr>
        <p:spPr>
          <a:xfrm>
            <a:off x="1985433" y="1321992"/>
            <a:ext cx="822113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dirty="0"/>
              <a:t>タイトル名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022116-B332-4A0E-A36A-2A53C1917EED}"/>
              </a:ext>
            </a:extLst>
          </p:cNvPr>
          <p:cNvSpPr txBox="1"/>
          <p:nvPr/>
        </p:nvSpPr>
        <p:spPr>
          <a:xfrm>
            <a:off x="1625600" y="2616200"/>
            <a:ext cx="3060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ジャンル</a:t>
            </a:r>
          </a:p>
        </p:txBody>
      </p:sp>
    </p:spTree>
    <p:extLst>
      <p:ext uri="{BB962C8B-B14F-4D97-AF65-F5344CB8AC3E}">
        <p14:creationId xmlns:p14="http://schemas.microsoft.com/office/powerpoint/2010/main" val="4178234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D3E058-9B78-41CE-843B-558CA7136A50}"/>
              </a:ext>
            </a:extLst>
          </p:cNvPr>
          <p:cNvSpPr txBox="1"/>
          <p:nvPr/>
        </p:nvSpPr>
        <p:spPr>
          <a:xfrm>
            <a:off x="876300" y="647700"/>
            <a:ext cx="664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コンセプト</a:t>
            </a:r>
          </a:p>
        </p:txBody>
      </p:sp>
    </p:spTree>
    <p:extLst>
      <p:ext uri="{BB962C8B-B14F-4D97-AF65-F5344CB8AC3E}">
        <p14:creationId xmlns:p14="http://schemas.microsoft.com/office/powerpoint/2010/main" val="4272995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E759AC-4F81-4EF5-874A-F9B46635B72E}"/>
              </a:ext>
            </a:extLst>
          </p:cNvPr>
          <p:cNvSpPr txBox="1"/>
          <p:nvPr/>
        </p:nvSpPr>
        <p:spPr>
          <a:xfrm>
            <a:off x="584200" y="533400"/>
            <a:ext cx="504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57271D5-E44E-4DCA-A4EC-3AB9F083146B}"/>
              </a:ext>
            </a:extLst>
          </p:cNvPr>
          <p:cNvSpPr txBox="1"/>
          <p:nvPr/>
        </p:nvSpPr>
        <p:spPr>
          <a:xfrm>
            <a:off x="1193800" y="1384300"/>
            <a:ext cx="3263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理想</a:t>
            </a:r>
          </a:p>
        </p:txBody>
      </p:sp>
    </p:spTree>
    <p:extLst>
      <p:ext uri="{BB962C8B-B14F-4D97-AF65-F5344CB8AC3E}">
        <p14:creationId xmlns:p14="http://schemas.microsoft.com/office/powerpoint/2010/main" val="3135437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6</Words>
  <Application>Microsoft Office PowerPoint</Application>
  <PresentationFormat>ワイド画面</PresentationFormat>
  <Paragraphs>5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みん くる</dc:creator>
  <cp:lastModifiedBy>みん くる</cp:lastModifiedBy>
  <cp:revision>8</cp:revision>
  <dcterms:created xsi:type="dcterms:W3CDTF">2025-10-28T01:15:42Z</dcterms:created>
  <dcterms:modified xsi:type="dcterms:W3CDTF">2025-10-29T07:51:21Z</dcterms:modified>
</cp:coreProperties>
</file>