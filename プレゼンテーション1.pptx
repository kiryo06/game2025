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2" d="100"/>
          <a:sy n="92" d="100"/>
        </p:scale>
        <p:origin x="102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70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0368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2562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4305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1057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25090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2814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7494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5530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8049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89118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408782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44386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147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つの画像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3794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3481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019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93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F305778-E222-4C85-8E95-A8CE1D926E62}" type="datetimeFigureOut">
              <a:rPr kumimoji="1" lang="ja-JP" altLang="en-US" smtClean="0"/>
              <a:t>2025/10/31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8504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  <p:sldLayoutId id="2147483696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kumimoji="1"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99351A2-12EB-4D59-80C7-928512A6C618}"/>
              </a:ext>
            </a:extLst>
          </p:cNvPr>
          <p:cNvSpPr txBox="1"/>
          <p:nvPr/>
        </p:nvSpPr>
        <p:spPr>
          <a:xfrm>
            <a:off x="3733800" y="1118632"/>
            <a:ext cx="4724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000" b="1" dirty="0"/>
              <a:t>タイトル名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A119E13-D330-410B-A025-C915DCCB6997}"/>
              </a:ext>
            </a:extLst>
          </p:cNvPr>
          <p:cNvSpPr txBox="1"/>
          <p:nvPr/>
        </p:nvSpPr>
        <p:spPr>
          <a:xfrm>
            <a:off x="3321050" y="2082800"/>
            <a:ext cx="55499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dirty="0"/>
              <a:t>ジャンル　　　アクション</a:t>
            </a:r>
            <a:br>
              <a:rPr kumimoji="1" lang="en-US" altLang="ja-JP" sz="2400" dirty="0"/>
            </a:br>
            <a:br>
              <a:rPr kumimoji="1" lang="en-US" altLang="ja-JP" sz="2400" dirty="0"/>
            </a:br>
            <a:r>
              <a:rPr kumimoji="1" lang="ja-JP" altLang="en-US" sz="2400" dirty="0"/>
              <a:t>開発エンジン　　　</a:t>
            </a:r>
            <a:r>
              <a:rPr kumimoji="1" lang="en-US" altLang="ja-JP" sz="2400" dirty="0"/>
              <a:t>Unity</a:t>
            </a:r>
          </a:p>
          <a:p>
            <a:pPr algn="ctr"/>
            <a:endParaRPr kumimoji="1" lang="en-US" altLang="ja-JP" sz="2400" dirty="0"/>
          </a:p>
          <a:p>
            <a:pPr algn="ctr"/>
            <a:r>
              <a:rPr kumimoji="1" lang="ja-JP" altLang="en-US" sz="2400" dirty="0"/>
              <a:t>プラットフォーム  </a:t>
            </a:r>
            <a:r>
              <a:rPr kumimoji="1" lang="en-US" altLang="ja-JP" sz="2400" dirty="0"/>
              <a:t>Windows</a:t>
            </a:r>
          </a:p>
          <a:p>
            <a:pPr algn="ctr"/>
            <a:endParaRPr kumimoji="1" lang="en-US" altLang="ja-JP" sz="2400" dirty="0"/>
          </a:p>
          <a:p>
            <a:pPr algn="ctr"/>
            <a:r>
              <a:rPr kumimoji="1" lang="ja-JP" altLang="en-US" sz="2400" dirty="0"/>
              <a:t>企画者　立石喜遼</a:t>
            </a:r>
          </a:p>
        </p:txBody>
      </p:sp>
    </p:spTree>
    <p:extLst>
      <p:ext uri="{BB962C8B-B14F-4D97-AF65-F5344CB8AC3E}">
        <p14:creationId xmlns:p14="http://schemas.microsoft.com/office/powerpoint/2010/main" val="4178234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1D3E058-9B78-41CE-843B-558CA7136A50}"/>
              </a:ext>
            </a:extLst>
          </p:cNvPr>
          <p:cNvSpPr txBox="1"/>
          <p:nvPr/>
        </p:nvSpPr>
        <p:spPr>
          <a:xfrm>
            <a:off x="876300" y="647700"/>
            <a:ext cx="6642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コンセプト</a:t>
            </a:r>
          </a:p>
        </p:txBody>
      </p:sp>
    </p:spTree>
    <p:extLst>
      <p:ext uri="{BB962C8B-B14F-4D97-AF65-F5344CB8AC3E}">
        <p14:creationId xmlns:p14="http://schemas.microsoft.com/office/powerpoint/2010/main" val="4272995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7E759AC-4F81-4EF5-874A-F9B46635B72E}"/>
              </a:ext>
            </a:extLst>
          </p:cNvPr>
          <p:cNvSpPr txBox="1"/>
          <p:nvPr/>
        </p:nvSpPr>
        <p:spPr>
          <a:xfrm>
            <a:off x="584200" y="533400"/>
            <a:ext cx="504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タイトル画面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57271D5-E44E-4DCA-A4EC-3AB9F083146B}"/>
              </a:ext>
            </a:extLst>
          </p:cNvPr>
          <p:cNvSpPr txBox="1"/>
          <p:nvPr/>
        </p:nvSpPr>
        <p:spPr>
          <a:xfrm>
            <a:off x="1193800" y="1384300"/>
            <a:ext cx="3263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理想</a:t>
            </a:r>
          </a:p>
        </p:txBody>
      </p:sp>
    </p:spTree>
    <p:extLst>
      <p:ext uri="{BB962C8B-B14F-4D97-AF65-F5344CB8AC3E}">
        <p14:creationId xmlns:p14="http://schemas.microsoft.com/office/powerpoint/2010/main" val="3135437470"/>
      </p:ext>
    </p:extLst>
  </p:cSld>
  <p:clrMapOvr>
    <a:masterClrMapping/>
  </p:clrMapOvr>
</p:sld>
</file>

<file path=ppt/theme/theme1.xml><?xml version="1.0" encoding="utf-8"?>
<a:theme xmlns:a="http://schemas.openxmlformats.org/drawingml/2006/main" name="しずく">
  <a:themeElements>
    <a:clrScheme name="しずく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しずく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しずく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TM04033925[[fn=しずく]]</Template>
  <TotalTime>855</TotalTime>
  <Words>17</Words>
  <Application>Microsoft Office PowerPoint</Application>
  <PresentationFormat>ワイド画面</PresentationFormat>
  <Paragraphs>9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6" baseType="lpstr">
      <vt:lpstr>Arial</vt:lpstr>
      <vt:lpstr>Tw Cen MT</vt:lpstr>
      <vt:lpstr>しずく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みん くる</dc:creator>
  <cp:lastModifiedBy>みん くる</cp:lastModifiedBy>
  <cp:revision>11</cp:revision>
  <dcterms:created xsi:type="dcterms:W3CDTF">2025-10-28T01:15:42Z</dcterms:created>
  <dcterms:modified xsi:type="dcterms:W3CDTF">2025-10-31T07:58:36Z</dcterms:modified>
</cp:coreProperties>
</file>